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33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9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75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7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4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8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5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066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755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1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3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30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Blockchain</a:t>
            </a:r>
            <a:r>
              <a:rPr lang="en-US" dirty="0"/>
              <a:t> BASED</a:t>
            </a:r>
            <a:r>
              <a:rPr dirty="0"/>
              <a:t> Ticketing System</a:t>
            </a:r>
            <a:r>
              <a:rPr lang="en-US" dirty="0"/>
              <a:t> AT BK Arena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1591940" cy="4258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GROUP 7: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31685-F36A-BE09-A394-AEA8C940EBB7}"/>
              </a:ext>
            </a:extLst>
          </p:cNvPr>
          <p:cNvSpPr txBox="1"/>
          <p:nvPr/>
        </p:nvSpPr>
        <p:spPr>
          <a:xfrm>
            <a:off x="1443491" y="2641227"/>
            <a:ext cx="225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members:</a:t>
            </a:r>
            <a:endParaRPr lang="en-RW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A9701-BBDA-8EB1-37DE-BF5D7031AB5B}"/>
              </a:ext>
            </a:extLst>
          </p:cNvPr>
          <p:cNvSpPr txBox="1"/>
          <p:nvPr/>
        </p:nvSpPr>
        <p:spPr>
          <a:xfrm>
            <a:off x="1443491" y="3102892"/>
            <a:ext cx="4996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IGIHOZO </a:t>
            </a:r>
            <a:r>
              <a:rPr lang="en-US" dirty="0" err="1">
                <a:solidFill>
                  <a:srgbClr val="00B0F0"/>
                </a:solidFill>
              </a:rPr>
              <a:t>Ndahayo</a:t>
            </a:r>
            <a:r>
              <a:rPr lang="en-US" dirty="0">
                <a:solidFill>
                  <a:srgbClr val="00B0F0"/>
                </a:solidFill>
              </a:rPr>
              <a:t> Germain       25RP18449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KWIZERA Ferdinand                   25RP18055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MANIRIHO Chance                    25RP18683</a:t>
            </a:r>
            <a:endParaRPr lang="en-RW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Fake tickets</a:t>
            </a:r>
          </a:p>
          <a:p>
            <a:pPr>
              <a:defRPr sz="2000"/>
            </a:pPr>
            <a:r>
              <a:t>Ticket scalping</a:t>
            </a:r>
          </a:p>
          <a:p>
            <a:pPr>
              <a:defRPr sz="2000"/>
            </a:pPr>
            <a:r>
              <a:t>Lack of transparency</a:t>
            </a:r>
          </a:p>
          <a:p>
            <a:pPr>
              <a:defRPr sz="2000"/>
            </a:pPr>
            <a:r>
              <a:t>Manual validation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Blockchain-based tickets</a:t>
            </a:r>
          </a:p>
          <a:p>
            <a:pPr>
              <a:defRPr sz="2000"/>
            </a:pPr>
            <a:r>
              <a:rPr dirty="0"/>
              <a:t>Unique digital ownership</a:t>
            </a:r>
          </a:p>
          <a:p>
            <a:pPr>
              <a:defRPr sz="2000"/>
            </a:pPr>
            <a:r>
              <a:rPr dirty="0"/>
              <a:t>Secure ETH payments</a:t>
            </a:r>
          </a:p>
          <a:p>
            <a:pPr>
              <a:defRPr sz="2000"/>
            </a:pPr>
            <a:r>
              <a:rPr dirty="0"/>
              <a:t>Transparent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React (Vite)</a:t>
            </a:r>
          </a:p>
          <a:p>
            <a:pPr>
              <a:defRPr sz="2000"/>
            </a:pPr>
            <a:r>
              <a:t>Solidity</a:t>
            </a:r>
          </a:p>
          <a:p>
            <a:pPr>
              <a:defRPr sz="2000"/>
            </a:pPr>
            <a:r>
              <a:t>Hardhat</a:t>
            </a:r>
          </a:p>
          <a:p>
            <a:pPr>
              <a:defRPr sz="2000"/>
            </a:pPr>
            <a:r>
              <a:t>Ethers.js</a:t>
            </a:r>
          </a:p>
          <a:p>
            <a:pPr>
              <a:defRPr sz="2000"/>
            </a:pPr>
            <a:r>
              <a:t>MetaMask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Buy tickets</a:t>
            </a:r>
          </a:p>
          <a:p>
            <a:pPr>
              <a:defRPr sz="2000"/>
            </a:pPr>
            <a:r>
              <a:rPr dirty="0"/>
              <a:t>Verify ownership</a:t>
            </a:r>
          </a:p>
          <a:p>
            <a:pPr>
              <a:defRPr sz="2000"/>
            </a:pPr>
            <a:r>
              <a:rPr dirty="0"/>
              <a:t>Fraud prevention</a:t>
            </a:r>
          </a:p>
          <a:p>
            <a:pPr>
              <a:defRPr sz="2000"/>
            </a:pPr>
            <a:r>
              <a:rPr dirty="0"/>
              <a:t>Ticket validation</a:t>
            </a:r>
          </a:p>
          <a:p>
            <a:pPr>
              <a:defRPr sz="2000"/>
            </a:pPr>
            <a:r>
              <a:rPr dirty="0"/>
              <a:t>Secure 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Smart contract enforcement</a:t>
            </a:r>
          </a:p>
          <a:p>
            <a:pPr>
              <a:defRPr sz="2000"/>
            </a:pPr>
            <a:r>
              <a:t>No duplicate tickets</a:t>
            </a:r>
          </a:p>
          <a:p>
            <a:pPr>
              <a:defRPr sz="2000"/>
            </a:pPr>
            <a:r>
              <a:t>Wallet-based ownership</a:t>
            </a:r>
          </a:p>
          <a:p>
            <a:pPr>
              <a:defRPr sz="2000"/>
            </a:pPr>
            <a:r>
              <a:t>One-time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1. Connect MetaMask</a:t>
            </a:r>
          </a:p>
          <a:p>
            <a:pPr>
              <a:defRPr sz="2000"/>
            </a:pPr>
            <a:r>
              <a:rPr dirty="0"/>
              <a:t>2. Purchase ticket (ETH)</a:t>
            </a:r>
          </a:p>
          <a:p>
            <a:pPr>
              <a:defRPr sz="2000"/>
            </a:pPr>
            <a:r>
              <a:rPr dirty="0"/>
              <a:t>3. Ticket stored on blockchain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Deployed on </a:t>
            </a:r>
            <a:r>
              <a:rPr dirty="0" err="1"/>
              <a:t>Sepolia</a:t>
            </a:r>
            <a:endParaRPr dirty="0"/>
          </a:p>
          <a:p>
            <a:pPr>
              <a:defRPr sz="2000"/>
            </a:pPr>
            <a:r>
              <a:rPr dirty="0"/>
              <a:t>Connected via MetaMask</a:t>
            </a:r>
          </a:p>
          <a:p>
            <a:pPr>
              <a:defRPr sz="2000"/>
            </a:pPr>
            <a:r>
              <a:rPr dirty="0"/>
              <a:t>Tested with fake ETH</a:t>
            </a:r>
          </a:p>
          <a:p>
            <a:pPr>
              <a:defRPr sz="2000"/>
            </a:pPr>
            <a:r>
              <a:rPr dirty="0"/>
              <a:t>Built using Hardhat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99</TotalTime>
  <Words>113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Blockchain BASED Ticketing System AT BK Arena</vt:lpstr>
      <vt:lpstr>Problem</vt:lpstr>
      <vt:lpstr>Solution</vt:lpstr>
      <vt:lpstr>Tech Stack</vt:lpstr>
      <vt:lpstr>Features</vt:lpstr>
      <vt:lpstr>Security</vt:lpstr>
      <vt:lpstr>How It Works</vt:lpstr>
      <vt:lpstr>Deployment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GnmG</dc:creator>
  <cp:keywords/>
  <dc:description>generated using python-pptx</dc:description>
  <cp:lastModifiedBy>IGIHOZO NDAHAYO Germain</cp:lastModifiedBy>
  <cp:revision>2</cp:revision>
  <dcterms:created xsi:type="dcterms:W3CDTF">2013-01-27T09:14:16Z</dcterms:created>
  <dcterms:modified xsi:type="dcterms:W3CDTF">2026-04-16T14:27:12Z</dcterms:modified>
  <cp:category/>
</cp:coreProperties>
</file>